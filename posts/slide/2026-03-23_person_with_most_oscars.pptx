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73384" y="320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1A1A1A"/>
                </a:solidFill>
                <a:latin typeface="Arial"/>
              </a:rPr>
              <a:t>• • 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8722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 i="0">
                <a:solidFill>
                  <a:srgbClr val="1A1A1A"/>
                </a:solidFill>
                <a:latin typeface="Impact"/>
              </a:rPr>
              <a:t>SQL OF THE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94760"/>
            <a:ext cx="108722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41453"/>
                </a:solidFill>
                <a:latin typeface="Impact"/>
              </a:rPr>
              <a:t>🎬  Find the Genre of the Person with the Most Oscar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434840"/>
            <a:ext cx="10872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Arial"/>
              </a:rPr>
              <a:t>23 Mar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5756" y="4983480"/>
            <a:ext cx="2377440" cy="347472"/>
          </a:xfrm>
          <a:prstGeom prst="rect">
            <a:avLst/>
          </a:prstGeom>
          <a:solidFill>
            <a:srgbClr val="FAF6EE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5756" y="5034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rial"/>
              </a:rPr>
              <a:t>NIVAN R. SUGIANTORO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99064" y="6510528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22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C41453"/>
                </a:solidFill>
                <a:latin typeface="Impact"/>
              </a:rPr>
              <a:t>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872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1453"/>
                </a:solidFill>
                <a:latin typeface="Arial"/>
              </a:rPr>
              <a:t>🔗  stratascratch.com/coding/10171-find-the-genre-of-the-person-with-the-most-number-of-oscar-winnings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10872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Arial"/>
              </a:rPr>
              <a:t>Find the genre(s) of the person who won the most Oscars.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99064" y="6510528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532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C41453"/>
                </a:solidFill>
                <a:latin typeface="Impact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507034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C41453"/>
                </a:solidFill>
                <a:latin typeface="Impact"/>
              </a:rPr>
              <a:t>🧩 Logic breakdown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1A1A1A"/>
                </a:solidFill>
                <a:latin typeface="Arial"/>
              </a:rPr>
              <a:t>1. Identify winners: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Filter oscar_nominees WHERE winner = true.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1A1A1A"/>
                </a:solidFill>
                <a:latin typeface="Arial"/>
              </a:rPr>
              <a:t>2. Join for genre: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JOIN nominee_information on nominee = name to get top_genre.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1A1A1A"/>
                </a:solidFill>
                <a:latin typeface="Arial"/>
              </a:rPr>
              <a:t>3. Count wins: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 BY nominee, COUNT(*) DESC in actors CTE.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1A1A1A"/>
                </a:solidFill>
                <a:latin typeface="Arial"/>
              </a:rPr>
              <a:t>4. Get top nominee: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LIMIT 1 on sorted result.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1A1A1A"/>
                </a:solidFill>
                <a:latin typeface="Arial"/>
              </a:rPr>
              <a:t>5. Final filter: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Return top_genre for the top winner.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3036" y="457200"/>
            <a:ext cx="5527548" cy="5943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1636" y="685800"/>
            <a:ext cx="5070348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with winner as (
  select *
  from oscar_nominees a
  join nominee_information b
    on a.nominee = b.name
  where a.winner is true
),
actors as (
  select nominee, count(*)
  from winner
  group by nominee
  order by count(*) desc
)
select top_genre
from winner
where name = (
  select nominee
  from actors limit 1
)
limit 1;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99064" y="6510528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872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C41453"/>
                </a:solidFill>
                <a:latin typeface="Impact"/>
              </a:rPr>
              <a:t>THIS PATTERN TELLS YOU: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722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Arial"/>
              </a:rPr>
              <a:t>- Linking non-normalized tables is common in entertainment data (awards, competition results, leaderboards) and all need this pattern.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Arial"/>
              </a:rPr>
              <a:t>- Join key quality matters: a.nominee = b.name assumes perfect name matching. Real data often has inconsistencies.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Arial"/>
              </a:rPr>
              <a:t>- Relevant beyond films: identifies top performers in any domain, from FFI actors to festival winners and sales leaders.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337560"/>
            <a:ext cx="10872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C41453"/>
                </a:solidFill>
                <a:latin typeface="Impact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60520"/>
            <a:ext cx="108722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Arial"/>
              </a:rPr>
              <a:t>- CTEs (WITH clauses) make multi-step logic readable: break complex queries into named, sequential steps.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Arial"/>
              </a:rPr>
              <a:t>- Subqueries in WHERE (e.g., WHERE name = (SELECT ...)) filter results based on aggregated data from another query.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1A1A1A"/>
                </a:solidFill>
                <a:latin typeface="Arial"/>
              </a:rPr>
              <a:t>- Watch for join key mismatches in real-world data: name fields are especially fragile (typos, capitalization, nicknames).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99064" y="6510528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822960"/>
            <a:ext cx="10872216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0"/>
            <a:ext cx="1087221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C41453"/>
                </a:solidFill>
                <a:latin typeface="Vladimir Script"/>
              </a:rPr>
              <a:t>let's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663440"/>
            <a:ext cx="10872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nivanrs@gmail.com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2216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