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stratascratch.com/coding/9942-largest-olympics?code_type=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stratascratch.com/coding/9942-largest-olympics?code_type=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mailto:nivanrs@gmail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mailto:nivanrs@gmail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709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566928"/>
            <a:ext cx="59436" cy="384048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50292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SQL</a:t>
            </a:r>
            <a:endParaRPr lang="en-US" sz="1300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OF THE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02920" y="214884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DAY</a:t>
            </a:r>
            <a:endParaRPr lang="en-US" sz="130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largest olympics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7673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25 MAY 2026  ·  StrataScratch #9942</a:t>
            </a:r>
            <a:endParaRPr lang="en-US" sz="1300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502920" y="4069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platform.stratascratch.com/coding/9942-largest-olympics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709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"/>
            <a:ext cx="59436" cy="82296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PROBLEM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94360" y="13533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Find the Olympics with the most distinct athletes.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18836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7A6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Return the name of the edition and the number of distinct athletes.</a:t>
            </a:r>
            <a:endParaRPr lang="en-US" sz="14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594360" y="23591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u="sng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platform.stratascratch.com/coding/9942-largest-olympics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6791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but which query actually catches a tie?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11480" y="3209544"/>
            <a:ext cx="8321040" cy="0"/>
          </a:xfrm>
          <a:prstGeom prst="line">
            <a:avLst/>
          </a:prstGeom>
          <a:noFill/>
          <a:ln w="8255">
            <a:solidFill>
              <a:srgbClr val="CCBF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46704"/>
            <a:ext cx="5029200" cy="914400"/>
          </a:xfrm>
          <a:prstGeom prst="rect">
            <a:avLst/>
          </a:prstGeom>
          <a:solidFill>
            <a:srgbClr val="F2E8D5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198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olympics_athletes_events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931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1330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709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"/>
            <a:ext cx="59436" cy="82296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SOLUTION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02920" y="1261872"/>
            <a:ext cx="8229600" cy="3108960"/>
          </a:xfrm>
          <a:prstGeom prst="rect">
            <a:avLst/>
          </a:prstGeom>
          <a:solidFill>
            <a:srgbClr val="F2E8D5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463040"/>
            <a:ext cx="345643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7435" y="1463040"/>
            <a:ext cx="57058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Olymp 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92301" y="1463040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42262" y="1463040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512" y="1705356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7474" y="1705356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67358" y="1705356"/>
            <a:ext cx="64556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games, 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67205" y="1705356"/>
            <a:ext cx="42062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42109" y="1705356"/>
            <a:ext cx="120701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317090" y="1705356"/>
            <a:ext cx="64556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DISTINCT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16936" y="1705356"/>
            <a:ext cx="42062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id) 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291840" y="1705356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41802" y="1705356"/>
            <a:ext cx="720547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athletes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7512" y="1947672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7474" y="1947672"/>
            <a:ext cx="345643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17397" y="1947672"/>
            <a:ext cx="1920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olympics_athletes_events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7512" y="2189988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7474" y="2189988"/>
            <a:ext cx="64556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417320" y="2189988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games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7512" y="2432304"/>
            <a:ext cx="120701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7512" y="2916936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17397" y="2916936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*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7512" y="3159252"/>
            <a:ext cx="345643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7435" y="3159252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Olymp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67512" y="3401568"/>
            <a:ext cx="42062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042416" y="3401568"/>
            <a:ext cx="102047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athletes = (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67512" y="3643884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17474" y="3643884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67358" y="3643884"/>
            <a:ext cx="120701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342339" y="3643884"/>
            <a:ext cx="27066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67282" y="3643884"/>
            <a:ext cx="79552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(athletes)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67512" y="3886200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17474" y="3886200"/>
            <a:ext cx="345643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117397" y="3886200"/>
            <a:ext cx="495605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Olymp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67512" y="4128516"/>
            <a:ext cx="19568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709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"/>
            <a:ext cx="59436" cy="82296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LOGIC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94360" y="1353312"/>
            <a:ext cx="3291840" cy="292608"/>
          </a:xfrm>
          <a:prstGeom prst="rect">
            <a:avLst/>
          </a:prstGeom>
          <a:solidFill>
            <a:srgbClr val="F2E8D5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353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COUNT(DISTINCT id)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7007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Groups by edition and counts unique athlete IDs. One person in three events is still one person.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2121408"/>
            <a:ext cx="8321040" cy="0"/>
          </a:xfrm>
          <a:prstGeom prst="line">
            <a:avLst/>
          </a:prstGeom>
          <a:noFill/>
          <a:ln w="8255">
            <a:solidFill>
              <a:srgbClr val="CCBF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267712"/>
            <a:ext cx="3291840" cy="292608"/>
          </a:xfrm>
          <a:prstGeom prst="rect">
            <a:avLst/>
          </a:prstGeom>
          <a:solidFill>
            <a:srgbClr val="F2E8D5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67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MAX(athletes)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6151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Subquery returns the single highest count across all editions. Executes once, returns a scalar.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11480" y="3035808"/>
            <a:ext cx="8321040" cy="0"/>
          </a:xfrm>
          <a:prstGeom prst="line">
            <a:avLst/>
          </a:prstGeom>
          <a:noFill/>
          <a:ln w="8255">
            <a:solidFill>
              <a:srgbClr val="CC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82112"/>
            <a:ext cx="3291840" cy="292608"/>
          </a:xfrm>
          <a:prstGeom prst="rect">
            <a:avLst/>
          </a:prstGeom>
          <a:solidFill>
            <a:srgbClr val="F2E8D5"/>
          </a:solidFill>
          <a:ln w="12700">
            <a:solidFill>
              <a:srgbClr val="CCBF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9164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athletes = MAX(...)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5295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Keeps every edition at the peak count. If two editions tie, both appear. LIMIT 1 drops one silently.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709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5760"/>
            <a:ext cx="59436" cy="950976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PATTERN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02920" y="8412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TELLS YOU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94360" y="14996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LIMIT 1 silently drops tied editions.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18013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7A6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 error, no warning. SQL returns one row arbitrarily. The other disappears without a trace.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139696"/>
            <a:ext cx="8321040" cy="0"/>
          </a:xfrm>
          <a:prstGeom prst="line">
            <a:avLst/>
          </a:prstGeom>
          <a:noFill/>
          <a:ln w="8255">
            <a:solidFill>
              <a:srgbClr val="CCB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67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Olympic participation fluctuates. Ties are plausible.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" y="256946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7A6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Boycotts, political crises, and growth all shift attendance. Assuming a unique winner is an assumption, not a fact.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2907792"/>
            <a:ext cx="8321040" cy="0"/>
          </a:xfrm>
          <a:prstGeom prst="line">
            <a:avLst/>
          </a:prstGeom>
          <a:noFill/>
          <a:ln w="8255">
            <a:solidFill>
              <a:srgbClr val="CCB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35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Conditional equality is the safer default.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7A6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= (SELECT MAX(...)) catches every edition at peak. LIMIT 1 catches 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"/>
            <a:ext cx="59436" cy="82296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200" kern="0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TAKEAWAYS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097280" y="1408176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COUNT(DISTINCT id) when one person spans multiple rows. Counting rows overcounts. Counting IDs counts people.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97280" y="2066544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Prefer WHERE = MAX(...) over ORDER BY + LIMIT 1. LIMIT 1 silently discards tied results.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151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B9164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LIMIT 1 is not a bug detector. Clean output, wrong answer. Only defence: know ties can exist before writing the query.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6557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follow for more SQL problems</a:t>
            </a:r>
            <a:endParaRPr lang="en-US" sz="2000" dirty="0"/>
          </a:p>
        </p:txBody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411480" y="39227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questions? nivanrs@gmail.com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09160"/>
            <a:ext cx="8321040" cy="0"/>
          </a:xfrm>
          <a:prstGeom prst="line">
            <a:avLst/>
          </a:prstGeom>
          <a:noFill/>
          <a:ln w="9525">
            <a:solidFill>
              <a:srgbClr val="1616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0184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485632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0" y="164592"/>
            <a:ext cx="91440" cy="91440"/>
          </a:xfrm>
          <a:prstGeom prst="oval">
            <a:avLst/>
          </a:prstGeom>
          <a:solidFill>
            <a:srgbClr val="161616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4800600"/>
            <a:ext cx="2011680" cy="320040"/>
          </a:xfrm>
          <a:prstGeom prst="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Nivan 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" y="566928"/>
            <a:ext cx="59436" cy="3840480"/>
          </a:xfrm>
          <a:prstGeom prst="rect">
            <a:avLst/>
          </a:prstGeom>
          <a:solidFill>
            <a:srgbClr val="B9164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50292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SQL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OF THE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DAY</a:t>
            </a:r>
            <a:endParaRPr lang="en-US" sz="130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1646"/>
                </a:solidFill>
                <a:latin typeface="Nothing You Could Do" pitchFamily="34" charset="0"/>
                <a:ea typeface="Nothing You Could Do" pitchFamily="34" charset="-122"/>
                <a:cs typeface="Nothing You Could Do" pitchFamily="34" charset="-120"/>
              </a:rPr>
              <a:t>follow for more SQL problems</a:t>
            </a:r>
            <a:endParaRPr lang="en-US" sz="22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50292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8B7A6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questions? nivanrs@gmail.com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61616"/>
                </a:solidFill>
                <a:latin typeface="Big Shoulders Display" pitchFamily="34" charset="0"/>
                <a:ea typeface="Big Shoulders Display" pitchFamily="34" charset="-122"/>
                <a:cs typeface="Big Shoulders Display" pitchFamily="34" charset="-120"/>
              </a:rPr>
              <a:t>new post every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Largest Olympics — SQL of the Day</dc:title>
  <dc:subject>PptxGenJS Presentation</dc:subject>
  <dc:creator>Nivan R.S.</dc:creator>
  <cp:lastModifiedBy>Nivan R.S.</cp:lastModifiedBy>
  <cp:revision>1</cp:revision>
  <dcterms:created xsi:type="dcterms:W3CDTF">2026-03-21T06:24:47Z</dcterms:created>
  <dcterms:modified xsi:type="dcterms:W3CDTF">2026-03-21T06:24:47Z</dcterms:modified>
</cp:coreProperties>
</file>