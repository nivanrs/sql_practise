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875520" cy="9875520"/>
  <p:notesSz cx="987552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042" y="9176918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042" y="917691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Ramadhana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0042" y="1554480"/>
            <a:ext cx="829543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8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SQL</a:t>
            </a:r>
            <a:endParaRPr lang="en-US" sz="18800" dirty="0"/>
          </a:p>
        </p:txBody>
      </p:sp>
      <p:sp>
        <p:nvSpPr>
          <p:cNvPr id="10" name="Text 8"/>
          <p:cNvSpPr/>
          <p:nvPr/>
        </p:nvSpPr>
        <p:spPr>
          <a:xfrm>
            <a:off x="790042" y="3246120"/>
            <a:ext cx="82954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OF THE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790042" y="4251960"/>
            <a:ext cx="8295437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8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DAY</a:t>
            </a:r>
            <a:endParaRPr lang="en-US" sz="18800" dirty="0"/>
          </a:p>
        </p:txBody>
      </p:sp>
      <p:sp>
        <p:nvSpPr>
          <p:cNvPr id="12" name="Text 10"/>
          <p:cNvSpPr/>
          <p:nvPr/>
        </p:nvSpPr>
        <p:spPr>
          <a:xfrm>
            <a:off x="790042" y="60350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reviews of categories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90042" y="690372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StrataScratch · #10049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042" y="55412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 / 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73998" y="913119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042" y="1455725"/>
            <a:ext cx="47549" cy="475488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963778" y="1419149"/>
            <a:ext cx="8121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1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0042" y="2278685"/>
            <a:ext cx="82954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Find the total number of reviews for each business category in the Yelp dataset. Return the category name and total review count, ordered highest to lowest.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042" y="3357677"/>
            <a:ext cx="8295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yelp_business — relevant columns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042" y="3668573"/>
          <a:ext cx="8295437" cy="914400"/>
        </p:xfrm>
        <a:graphic>
          <a:graphicData uri="http://schemas.openxmlformats.org/drawingml/2006/table">
            <a:tbl>
              <a:tblPr/>
              <a:tblGrid>
                <a:gridCol w="2073859"/>
                <a:gridCol w="2073859"/>
                <a:gridCol w="2073859"/>
                <a:gridCol w="207385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business_id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0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name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0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916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categories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0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review_count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0B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abc123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Pizza Palace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916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Restaurants;Pizza;Italian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412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def456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The Tap Room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916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Bars;Nightlife;Restaurants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87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D5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90042" y="5149901"/>
            <a:ext cx="729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GROUP BY categories here would treat "Restaurants;Bars" as one key...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042" y="55412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 / 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73998" y="913119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042" y="1455725"/>
            <a:ext cx="47549" cy="475488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963778" y="1419149"/>
            <a:ext cx="8121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1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90042" y="2278685"/>
            <a:ext cx="8295437" cy="5394960"/>
          </a:xfrm>
          <a:prstGeom prst="rect">
            <a:avLst/>
          </a:prstGeom>
          <a:solidFill>
            <a:srgbClr val="F2E8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074" y="2534717"/>
            <a:ext cx="7783373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split_category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UNNEST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STRING_TO_ARRAY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(categories, </a:t>
            </a:r>
            <a:pPr algn="l" indent="0" marL="0">
              <a:buNone/>
            </a:pPr>
            <a:r>
              <a:rPr lang="en-US" sz="1200" dirty="0">
                <a:solidFill>
                  <a:srgbClr val="5A7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';'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category,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review_count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yelp_business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category,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(review_count)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no_of_reviews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split_category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</a:t>
            </a:r>
            <a:pPr algn="l" indent="0" marL="0">
              <a:buNone/>
            </a:pPr>
            <a:r>
              <a:rPr lang="en-US" sz="12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pPr algn="l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042" y="55412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 / 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73998" y="913119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042" y="1455725"/>
            <a:ext cx="47549" cy="475488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963778" y="1419149"/>
            <a:ext cx="8121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1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0042" y="2278685"/>
            <a:ext cx="8295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spc="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STRING_TO_ARRAY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90042" y="2662733"/>
            <a:ext cx="82954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Converts the semicolon-delimited string into a PostgreSQL array. The value "Restaurants;Bars;Nightlife" becomes the array {Restaurants, Bars, Nightlife}.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0042" y="3631997"/>
            <a:ext cx="8295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spc="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UNNEST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90042" y="4016045"/>
            <a:ext cx="82954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Expands the array into individual rows. One business belonging to three categories becomes three rows, each carrying its original review_count.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0042" y="4985309"/>
            <a:ext cx="8295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spc="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GROUP BY category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0042" y="5369357"/>
            <a:ext cx="82954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Collapses the exploded rows back down, grouping all rows that share the same category name across every business.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0042" y="6338621"/>
            <a:ext cx="8295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spc="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SUM(review_count)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0042" y="6722669"/>
            <a:ext cx="82954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Totals review_count per group. Each category now holds the aggregate weight of every business that listed it — including those that listed many others alongside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042" y="55412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 / 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73998" y="913119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042" y="1455725"/>
            <a:ext cx="47549" cy="475488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963778" y="1419149"/>
            <a:ext cx="8121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THIS PATTERN TELLS YOU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0042" y="2278685"/>
            <a:ext cx="8295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Delimited strings hide real multiplicity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042" y="2644445"/>
            <a:ext cx="82954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business listed under "Restaurants;Bars;Nightlife" contributes to three categories simultaneously. Without splitting first, that cross-membership is invisible to any aggregation.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042" y="3760013"/>
            <a:ext cx="8295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GROUP BY cannot see inside a string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042" y="4125773"/>
            <a:ext cx="82954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It treats the entire value as one opaque key. Two categories packed into one string go uncounted as separate entities unless you explode them into rows first.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0042" y="5241341"/>
            <a:ext cx="8295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This pattern lives across many real systems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042" y="5607101"/>
            <a:ext cx="82954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Product tags, user roles, content genres, permission sets. Any column holding multiple values as a delimited string or JSON array requires the same expand-before-aggregate approach.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2" y="81015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9085478"/>
            <a:ext cx="8295437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4270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5438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6606" y="590702"/>
            <a:ext cx="118872" cy="11887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042" y="55412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6 / 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90042" y="9176918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042" y="917691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Ramadhana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0042" y="1455725"/>
            <a:ext cx="47549" cy="475488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963778" y="1419149"/>
            <a:ext cx="8121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15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90042" y="2278685"/>
            <a:ext cx="457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356970" y="2461565"/>
            <a:ext cx="77285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When a column stores multiple values as a delimited string, GROUP BY on that column will miscount. Split first, then aggregate.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042" y="3696005"/>
            <a:ext cx="457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56970" y="3878885"/>
            <a:ext cx="77285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 PostgreSQL, STRING_TO_ARRAY converts the string to an array; UNNEST expands that array into rows. Each has one job and they cannot be swapped.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042" y="5113325"/>
            <a:ext cx="457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356970" y="5296205"/>
            <a:ext cx="772850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system storing multi-value data in a single column — tags, categories, roles, genres — requires the same expand-before-aggregate approach.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0042" y="6530645"/>
            <a:ext cx="82954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A6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#SQLoftheDay #SQL #StrataScratch #DataAnalytics #DataAnalyst #PostgreSQL #StringFunctions #Yelp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0042" y="689640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follow for daily SQL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of the Day: Reviews of Categories</dc:title>
  <dc:subject>PptxGenJS Presentation</dc:subject>
  <dc:creator>Nivan Ramadhana</dc:creator>
  <cp:lastModifiedBy>Nivan Ramadhana</cp:lastModifiedBy>
  <cp:revision>1</cp:revision>
  <dcterms:created xsi:type="dcterms:W3CDTF">2026-03-20T09:15:09Z</dcterms:created>
  <dcterms:modified xsi:type="dcterms:W3CDTF">2026-03-20T09:15:09Z</dcterms:modified>
</cp:coreProperties>
</file>